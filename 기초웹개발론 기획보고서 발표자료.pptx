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Black Han Sans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lackHan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dbe2aef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1dbe2ae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Anywhere Music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75828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기획: 강준혁 프론트: 이승준 백엔드: 강혁준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311450"/>
            <a:ext cx="8229600" cy="56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프로젝트 개요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기술 스택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시스템 아키텍처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프론트엔드 설계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백엔드 및 로직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오디오 엔진 및 API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데이터 구조 및 저장소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보안 및 권한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디렉토리 구조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결론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Anywhere Music은 웹 서핑 중에도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별도의 탭 전환 없이 유튜브 기반 음악을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백그라운드에서 제어 및 재생할 수 있는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경량 Chrome 확장 프로그램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목표: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Chrome Manifest V3 표준을 준수하여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보안성과 성능을 동시에 확보하는 것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사용된 언어 및 API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Core:</a:t>
            </a:r>
            <a:r>
              <a:rPr lang="en-US"/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Chrome Extension Manifest V3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HTML5, CSS3, Vanilla JavaScript (ES6+)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n-US"/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Service Worker (이벤트 기반 구조)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Audio: Chrome Offscreen API</a:t>
            </a:r>
            <a:r>
              <a:rPr lang="en-US"/>
              <a:t>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YouTube Iframe Player API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Storage: chrome.storage.local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시스템 아키텍처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593950"/>
            <a:ext cx="8771400" cy="4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Passing 패턴을 기반으로 한</a:t>
            </a:r>
            <a:r>
              <a:rPr lang="en-US"/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3계층 구조로 설계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Layer (Popup): 사용자 인터페이스 및 입력 처리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Layer (Background):</a:t>
            </a:r>
            <a:r>
              <a:rPr lang="en-US"/>
              <a:t> </a:t>
            </a:r>
            <a:endParaRPr/>
          </a:p>
          <a:p>
            <a:pPr indent="-4165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상태 관리 및 메시지 중계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Playback Layer (Offscreen):</a:t>
            </a:r>
            <a:endParaRPr/>
          </a:p>
          <a:p>
            <a:pPr indent="-4165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실제 오디오 재생 담당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프론트엔드 UI 설계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Glassmorphism 디자인 적용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backdrop-filter blur 사용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반투명 UI 구성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Flexbox 기반 반응형 레이아웃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SVG Path 기반 아이콘 시스템으로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외부 이미지 로딩 최소화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프론트엔드 주요 기능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 탭: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재생 / 일시정지 / 이전 / 다음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탐색 바 및 볼륨 조절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 탭: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재생 대기열 관리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슬라이드 액션(재생 / 삭제)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탭: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Debounce 검색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YouTube 검색 및 즉시 재생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백엔드 – Service Worker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중앙 상태 관리 객체(memoryState)를 통해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애플리케이션 전반의 상태를 관리합니다.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관리 대상: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재생 큐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현재 재생 인덱스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볼륨, 셔플, 반복 모드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Popup ↔ Offscreen 간 메시지 중계 담당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오디오 엔진 (Offscreen Document)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 V3 환경에서는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Worker에서 DOM 접근이 제한</a:t>
            </a:r>
            <a:r>
              <a:rPr lang="en-US"/>
              <a:t>됨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이를 해결하기 위해 Offscreen Document를 생성하여YouTube Iframe Player를 구동</a:t>
            </a:r>
            <a:r>
              <a:rPr lang="en-US"/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백그라운드에서도 안정적인 음악 재생이 가능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외부 API 연동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YouTube Data API v3 사용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음악 검색 기능 제공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최대 10개 검색 결과 로딩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AbortController를 활용한</a:t>
            </a:r>
            <a:r>
              <a:rPr lang="en-US"/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요청 타임아웃 및 에러 처리 구현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구조 및 저장소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chrome.storage.local을 사용하여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브라우저 재시작 후에도 상태를 유지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저장 데이터: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재생 대기열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현재 재생 곡 인덱스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볼륨 설정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감상 기록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셔플 / 반복 설정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보안 및 권한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 최소한의 권한만 사용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permissions: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storage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offscreen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host_permissions: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youtube.com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googleapis.com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CSP Sandbox 정책 적용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디렉토리 구조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src/background  : 서비스 워커 로직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src/popup      : 확장 프로그램 UI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src/offscreen  : 오디오 재생 처리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src/common     : 공통 유틸 및 API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src/constants  : 상수 관리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/>
        </p:nvSpPr>
        <p:spPr>
          <a:xfrm>
            <a:off x="408150" y="2373600"/>
            <a:ext cx="83277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Thank You</a:t>
            </a:r>
            <a:endParaRPr sz="6100">
              <a:solidFill>
                <a:schemeClr val="dk1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